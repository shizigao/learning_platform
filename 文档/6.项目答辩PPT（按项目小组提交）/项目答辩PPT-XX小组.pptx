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2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模板样式字体等内容不限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 smtClean="0"/>
              <a:t>自己设计</a:t>
            </a:r>
            <a:endParaRPr lang="zh-CN" alt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模板样式字体等内容不限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模板样式字体等内容不限</dc:title>
  <dc:creator>Administrator</dc:creator>
  <cp:lastModifiedBy>OnIf</cp:lastModifiedBy>
  <cp:revision>2</cp:revision>
  <dcterms:created xsi:type="dcterms:W3CDTF">2015-10-26T08:31:00Z</dcterms:created>
  <dcterms:modified xsi:type="dcterms:W3CDTF">2018-12-18T02:45:56Z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2052-11.1.0.8013</vt:lpwstr>
  </property>
</Properties>
</file>